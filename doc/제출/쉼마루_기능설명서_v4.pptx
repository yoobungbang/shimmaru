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8"/>
    <p:sldId id="270" r:id="rId9"/>
    <p:sldId id="271" r:id="rId10"/>
    <p:sldId id="27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95055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웹 서비스 (모바일 우선 PWA, 한·영·일·중 4개 언어)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경북 전통문화 여행지를 한 곳에서 찾고 코스까지 자동으로 짜 주는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주제 선정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 경북은 전통문화 자원이 풍부하지만 관광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숙박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체험 정보가 흩어져 있어 여행자가 직접 코스를 짜야 합니다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또한 여행이 경주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안동에 집중돼 숨은 지역 자원의 활용도는 낮습니다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쉼마루는</a:t>
                      </a:r>
                      <a:r>
                        <a:rPr lang="ko-KR" altLang="en-US" dirty="0"/>
                        <a:t> 한국관광공사 </a:t>
                      </a:r>
                      <a:r>
                        <a:rPr lang="en-US" altLang="ko-KR" dirty="0" err="1"/>
                        <a:t>OpenAPI</a:t>
                      </a:r>
                      <a:r>
                        <a:rPr lang="ko-KR" altLang="en-US" dirty="0"/>
                        <a:t>로 정보를 통합하고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취향과 일정에 맞는 여행 코스를 자동 생성해 이러한 불편을 해결하고자 합니다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32764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1. 전통문화 통합 탐색 — 한옥·사찰·체험·맛집·축제 등 경북 관광정보를 카테고리·키워드·거리순으로 한곳에서 검색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2. 상세 정보·예약 연결 — 운영정보와 전화·예약·홈페이지 링크를 한 화면에서 제공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3. 맞춤형 코스 자동 생성 — 챗봇에 지역·기간·동반자·취향만 답하면 이동 동선과 날씨를 고려한 일정 추천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4. 코스 편집·지도·공유 — 순서 변경·장소 추가/삭제 후 동선 재최적화, 지도 확인, 찜·카카오톡 공유·공동 편집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5. 숨은 경북 발견 — 방문자 통계 기반 한적지수로 봉화·청송·영양 등 덜 알려진 지역 추천, 시군별 데이터 인사이트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6. 축제 캘린더 — 진행·예정 중인 경북 축제를 확인하고 여행 일정과 연계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7. 한·영·일·중 4개 언어를 지원하며, 앱 설치 없이 모바일에서도 이용할 수 있습니다.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웹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앱 로고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또는 대표 이미지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개 첨부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서비스 주요 화면 이미지 </a:t>
                      </a:r>
                      <a:r>
                        <a:rPr lang="en-US" altLang="ko-KR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3~5</a:t>
                      </a:r>
                      <a:r>
                        <a:rPr lang="ko-KR" altLang="en-US" sz="1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개 첨부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22707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서울 제외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경상북도 (22개 시군)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전통문화 통합 탐색</a:t>
                      </a:r>
                      <a:r>
                        <a:rPr lang="en-US" altLang="ko-KR" dirty="0"/>
                        <a:t>: 22</a:t>
                      </a:r>
                      <a:r>
                        <a:rPr lang="ko-KR" altLang="en-US" dirty="0"/>
                        <a:t>개 시군의 한옥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서원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사찰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전통시장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축제 등 관광정보 제공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숨은 지역 추천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 err="1"/>
                        <a:t>시군별</a:t>
                      </a:r>
                      <a:r>
                        <a:rPr lang="ko-KR" altLang="en-US" dirty="0"/>
                        <a:t> 방문자 통계를 활용해 상대적으로 방문이 적은 지역에 추천 가중치 부여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지역 특성 반영 코스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경북의 지리적 특성과 장소 간 이동시간을 고려한 여행 일정 자동 구성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여행 일정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축제 연계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여행 날짜에 열리는 지역 축제를 확인하고 주변 관광지와 함께 코스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메뉴에서 경북 시군(거점)을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카테고리(숙박·체험·관광·시장·축제)를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키워드로 검색·필터링한다.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지도·목록으로 결과를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 전통문화 통합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한옥·템플스테이·전통체험·문화재·전통시장·축제를 카테고리와 경북 특화 키워드(서원·고택·탈춤·가야·신라 등)로 한 화면에서 찾는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결과에서 장소를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대표 이미지·소개·운영정보를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연락처·홈페이지·예약 링크를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예약/문의 링크로 바로 이동하거나 찜한다.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상세 정보 · 예약 링크 원스톱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관광공사 API의 소개·운영정보·연락처·홈페이지를 한 화면에 모아 예약·문의 채널까지 바로 연결하는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홈 챗봇에서 코스 만들기를 시작한다.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지역·기간·동반자·취향을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날씨·축제·동선을 반영해 코스가 자동 생성된다.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일정표에서 순서 변경·장소 추가/삭제 후 동선을 재최적화한다.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여행 코스 자동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챗봇에 지역·기간·동반자·취향만 답하면 장소를 점수화해 고르고 이동거리가 최소가 되도록 일차별 일정을 짜는 기능입니다. 한 생활권 안에서 동선을 묶어 장거리 이동을 막고, 비 예보 시 실내 위주·맑은 날 실외 위주로 구성하며, 찜한 장소와 여행 기간의 축제를 반영합니다.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코스 결과에서 지도 보기를 연다.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방문 순서 마커·동선·구간 거리를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코스·장소를 찜하거나 카카오톡으로 공유한다.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방 코드로 친구와 코스를 함께 편집한다.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지도 동선 · 찜 ·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코스를 지도 위 방문 순서와 동선으로 보여주고, 찜·카카오톡 공유·방 코드 기반 실시간 협업으로 함께 여행을 계획하는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1933326"/>
          <a:ext cx="11426308" cy="4605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8062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코스 취향에서 "숨은 경북"을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한적지수가 높은 시군 자원이 우선 추천된다.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인사이트 화면에서 시군별 방문 통계를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추천된 숨은 장소를 코스에 담는다.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숨은 경북 · 데이터 인사이트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 데이터랩 시군별 방문자 통계로 한적지수를 계산해 방문이 적은 내륙 시군의 전통문화 자원을 우선 추천하고, 시군별 방문 통계를 인사이트 화면으로 보여주는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 dirty="0">
                <a:solidFill>
                  <a:schemeClr val="bg1"/>
                </a:solidFill>
              </a:rPr>
              <a:t>OpenAPI </a:t>
            </a:r>
            <a:r>
              <a:rPr lang="ko-KR" altLang="en-US" sz="1400" b="1" dirty="0">
                <a:solidFill>
                  <a:schemeClr val="bg1"/>
                </a:solidFill>
              </a:rPr>
              <a:t>리스트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국문 관광정보 서비스 (KorService2) — 지역기반·위치기반 관광정보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경북(areaCode=35)·시군구 코드로 관광지·숙박·체험·문화시설 목록 수집, 거점 좌표 반경 내 장소 조회로 코스 후보·근거리 추천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국문 관광정보 서비스 (KorService2) — 키워드 검색·행사정보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서원·고택·탈춤·가야·신라 등 경북 특화 키워드 검색, 여행 기간에 열리는 경북 축제·행사를 코스에 자동 포함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국문 관광정보 서비스 (KorService2) — 공통·소개·이미지 정보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상세 페이지의 소개·운영시간·연락처·홈페이지(예약 링크)·대표/상세 이미지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영문·일문·중문 관광정보 서비스 (EngService2·JpnService2·ChsService2)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언어 설정(English·日本語·中文)에 따라 해당 언어 API로 자동 전환해 외국인 관광객에게 현지어 정보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무장애 여행정보 서비스 (KorWithService2)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휠체어·유모차 등 접근성 정보 조회 → 무장애 동반자 선택 시 접근성 확인 장소 우선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행정안전부 전국문화축제 표준데이터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경북 축제 일정·장소 보강 → 축제 캘린더, 여행 기간과 겹치는 축제만 코스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기상청 단기예보 조회서비스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여행 기간 강수 예보 → 비 오는 날 실내 장소 우선 추천(실패 시 평년 강수 경향으로 대체)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카카오맵 JavaScript SDK · 템플스테이 포털(templestay.com) 사찰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코스 동선 지도 표시 / 경북 템플스테이 사찰 목록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1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통합 플랫폼: 숙박·체험·관광·시장·축제를 각각 다른 사이트에서 찾을 필요 없이 한 곳에서 탐색하고 예약 링크까지 연결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완성형 코스: 목록 나열이 아닌, 이동거리를 최소화한 일차별 일정 자동 구성 (비 오는 날 실내 위주 / 맑은 날 실외 위주)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경북 특화: 시군구 코드·경북 특화 키워드로 전통문화 자원만 선별, 방문이 적은 내륙 시군 우선 노출로 관광 쏠림 완화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함께 계획: 로그인 없이 방 코드 하나로 친구·가족과 실시간 코스 편집, 카카오톡 공유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포용·다국어: 무장애·반려동물 동반 조건 반영, 4개 국어, 앱 설치 없는 PWA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제안서 대비 추가 구현: 날씨 기반 실내/실외 코스, 코스 편집·동선 재최적화, 로그인 없는 실시간 협업, 축제 캘린더, 데이터 인사이트·한적지수, 무장애·반려동물 동반 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단기 — 경북 전통문화 여행의 표준 플랫폼: 안동·경주·영주 핵심 거점 완성도를 높이고 사용 데이터를 축적해 봉화·청송·고령 등 소외 거점으로 확대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중기 — 외국인 인바운드 창구: 다국어 서비스를 바탕으로 경북문화관광공사·시군 문화관광과와 협력해 콘텐츠 신뢰도와 범위 확장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장기 — 경북 전통문화 생태계 활성화: 한옥 숙소·전통체험 업체·향토 음식점 등 로컬 사업자와 여행자를 연결하고, 코스·찜 데이터를 지역 관광 정책의 실증 자료로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1322</Words>
  <Application>Microsoft Office PowerPoint</Application>
  <PresentationFormat>와이드스크린</PresentationFormat>
  <Paragraphs>155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오피스계정 엔키아</cp:lastModifiedBy>
  <cp:revision>66</cp:revision>
  <dcterms:created xsi:type="dcterms:W3CDTF">2026-07-07T05:25:59Z</dcterms:created>
  <dcterms:modified xsi:type="dcterms:W3CDTF">2026-09-19T08:52:49Z</dcterms:modified>
</cp:coreProperties>
</file>